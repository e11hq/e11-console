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Winter Drive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Campaign presentation · Northline Motors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Every road, every season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Key visual · 4 posts · 15s reel · EDM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Week 1 concepts · Week 2 production · Week 3 launch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